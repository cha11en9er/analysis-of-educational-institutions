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Barlow" panose="020B0604020202020204" charset="0"/>
      <p:regular r:id="rId11"/>
    </p:embeddedFont>
    <p:embeddedFont>
      <p:font typeface="Spline Sans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17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738387"/>
            <a:ext cx="84550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Разработка стартапа: Анализ школ Саратова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2475607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Единая платформа для сравнения школ: рейтинги, ЕГЭ, отзывы, карта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0023" y="2934593"/>
            <a:ext cx="8063954" cy="11534"/>
          </a:xfrm>
          <a:prstGeom prst="rect">
            <a:avLst/>
          </a:prstGeom>
          <a:solidFill>
            <a:srgbClr val="E0E4E6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0023" y="3158207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Разработчик — студент мехмата СГУ: </a:t>
            </a:r>
            <a:r>
              <a:rPr lang="en-US" sz="12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Потапов Мирослав Андреевич</a:t>
            </a:r>
            <a:endParaRPr lang="en-US" sz="12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4" y="4733868"/>
            <a:ext cx="2553056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1614" y="549027"/>
            <a:ext cx="8414891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Воспользуйтесь нашим проектом по QR-коду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16859" y="2533129"/>
            <a:ext cx="4700215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Отсканируйте код и откройте сайт на телефоне. </a:t>
            </a:r>
            <a:r>
              <a:rPr lang="en-US" sz="115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Можно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ru-RU" sz="1150" b="1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посмотреть</a:t>
            </a:r>
            <a:r>
              <a:rPr lang="ru-RU" sz="115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150" b="1" dirty="0" err="1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проект</a:t>
            </a:r>
            <a:r>
              <a:rPr lang="en-US" sz="1150" b="1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1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прямо сейчас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 карта школ, фильтры, карточки с рейтингами и детальная страница любой школы.</a:t>
            </a:r>
            <a:endParaRPr lang="en-US" sz="115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4" y="4727728"/>
            <a:ext cx="2553056" cy="40963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80" y="1328840"/>
            <a:ext cx="3002465" cy="3036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8766" y="322585"/>
            <a:ext cx="448545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Главная страница: карта и поиск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1318766" y="4171280"/>
            <a:ext cx="6506468" cy="64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800" b="1" dirty="0" smtClean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120+ </a:t>
            </a:r>
            <a:r>
              <a:rPr lang="en-US" sz="8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школ</a:t>
            </a: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Саратова на интерактивной карте</a:t>
            </a:r>
            <a:endParaRPr lang="en-US" sz="8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Поиск по названию и адресу, сортировка по итоговому рейтингу</a:t>
            </a:r>
            <a:endParaRPr lang="en-US" sz="8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Фильтры: стадион, бассейн, год постройки</a:t>
            </a:r>
            <a:endParaRPr lang="en-US" sz="8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Цвет маркеров — уровень школы относительно других (топ 10%, 30%, 60%)</a:t>
            </a:r>
            <a:endParaRPr lang="en-US" sz="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4" y="4698028"/>
            <a:ext cx="2553056" cy="40963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766" y="793405"/>
            <a:ext cx="6029326" cy="320173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234" y="177469"/>
            <a:ext cx="1114565" cy="11272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2659" y="286717"/>
            <a:ext cx="3815135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Детальная карточка школы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92659" y="4066208"/>
            <a:ext cx="6358607" cy="790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Итоговый балл, место в рейтинге, район</a:t>
            </a:r>
            <a:endParaRPr lang="en-US" sz="80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ЕГЭ, олимпиады, оценки 2ГИС и Яндекс</a:t>
            </a:r>
            <a:endParaRPr lang="en-US" sz="80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Паспорт здания: год, этажность, площадь, инфраструктура</a:t>
            </a:r>
            <a:endParaRPr lang="en-US" sz="80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Радар-диаграмма: ЕГЭ, олимпиады, учителя, оснащённость, атмосфера, спорт</a:t>
            </a:r>
            <a:endParaRPr lang="en-US" sz="80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Темы из отзывов: что чаще всего упоминают родители и ученики</a:t>
            </a:r>
            <a:endParaRPr lang="en-US" sz="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4" y="4733868"/>
            <a:ext cx="2553056" cy="40963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659" y="762001"/>
            <a:ext cx="6073620" cy="305834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234" y="177469"/>
            <a:ext cx="1114565" cy="11272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1614" y="578421"/>
            <a:ext cx="5916811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Почему данным можно верить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02543" y="1923529"/>
            <a:ext cx="16877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Источники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02543" y="2224162"/>
            <a:ext cx="2252067" cy="2169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Все данные из </a:t>
            </a:r>
            <a:r>
              <a:rPr lang="en-US" sz="11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официальных и проверяемых источников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 карточки школ на </a:t>
            </a:r>
            <a:r>
              <a:rPr lang="en-US" sz="11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Госуслугах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(инфраструктура, документы), </a:t>
            </a:r>
            <a:r>
              <a:rPr lang="en-US" sz="11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отзывы реальных людей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2ГИС и Яндекс.Карты, данные из </a:t>
            </a:r>
            <a:r>
              <a:rPr lang="en-US" sz="11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открытых документов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и публичных реестров.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445966" y="1923529"/>
            <a:ext cx="16877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Масштаб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445966" y="2224162"/>
            <a:ext cx="2252067" cy="208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50" b="1" dirty="0" smtClean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120+</a:t>
            </a:r>
            <a:r>
              <a:rPr lang="en-US" sz="1150" dirty="0" smtClean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школ в базе</a:t>
            </a:r>
            <a:endParaRPr lang="en-US" sz="11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50" b="1" dirty="0" smtClean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10000</a:t>
            </a:r>
            <a:r>
              <a:rPr lang="en-US" sz="1150" b="1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+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отзывов (2ГИС / Яндекс)</a:t>
            </a:r>
            <a:endParaRPr lang="en-US" sz="11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Геокодирование адресов через Яндекс</a:t>
            </a:r>
            <a:endParaRPr lang="en-US" sz="11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Ручная финальная проверка данных перед публикацией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189390" y="1923529"/>
            <a:ext cx="16877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Прозрачность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189390" y="2224162"/>
            <a:ext cx="2252067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Мы не придумываем цифры — собираем, сверяем и показываем, откуда каждый показатель.</a:t>
            </a:r>
            <a:endParaRPr lang="en-US" sz="1150" dirty="0"/>
          </a:p>
        </p:txBody>
      </p:sp>
      <p:pic>
        <p:nvPicPr>
          <p:cNvPr id="46" name="Рисунок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4" y="4733868"/>
            <a:ext cx="2553056" cy="40963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234" y="177469"/>
            <a:ext cx="1114565" cy="11272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313" y="401538"/>
            <a:ext cx="3671888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Честно о минусах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727174" y="1108733"/>
            <a:ext cx="2069827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Неравномерные данные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27174" y="1520577"/>
            <a:ext cx="3613324" cy="672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Рейтинг </a:t>
            </a: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выглядит странно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не потому, что формула плохая, а потому что </a:t>
            </a: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 разным школам разный объём данных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860652" y="1114620"/>
            <a:ext cx="169872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Неполные карточки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860652" y="1520577"/>
            <a:ext cx="3613324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Часть школ </a:t>
            </a: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не заполняет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карточки на Госуслугах или заполняет </a:t>
            </a: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неполно и по-разному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727174" y="2582838"/>
            <a:ext cx="1815926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Нейтральные оценки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727174" y="2938463"/>
            <a:ext cx="3613324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Где данных мало — школа получает </a:t>
            </a: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нейтральные оценки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а не реальную картину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860652" y="2567770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Потенциал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4860652" y="2938463"/>
            <a:ext cx="3613324" cy="672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Если бы все школы заполняли данные одинаково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рейтинг и карта выглядели бы </a:t>
            </a: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иначе и справедливее</a:t>
            </a:r>
            <a:endParaRPr lang="en-US" sz="1100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4" y="4733868"/>
            <a:ext cx="2553056" cy="40963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234" y="177469"/>
            <a:ext cx="1114565" cy="11272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1614" y="561529"/>
            <a:ext cx="3832622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Планы развития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31614" y="1282452"/>
            <a:ext cx="303758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1614" y="1521544"/>
            <a:ext cx="3965600" cy="1905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5" name="Text 3"/>
          <p:cNvSpPr/>
          <p:nvPr/>
        </p:nvSpPr>
        <p:spPr>
          <a:xfrm>
            <a:off x="531614" y="1635547"/>
            <a:ext cx="2071613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Региональный уровень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1614" y="1936179"/>
            <a:ext cx="396560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Масштабирование на другие </a:t>
            </a:r>
            <a:r>
              <a:rPr lang="en-US" sz="1150" dirty="0" err="1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города</a:t>
            </a:r>
            <a:r>
              <a:rPr lang="ru-RU" sz="115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</a:t>
            </a:r>
            <a:r>
              <a:rPr lang="en-US" sz="115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области и регионы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46712" y="1282452"/>
            <a:ext cx="303758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46712" y="1521544"/>
            <a:ext cx="3965674" cy="1905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9" name="Text 7"/>
          <p:cNvSpPr/>
          <p:nvPr/>
        </p:nvSpPr>
        <p:spPr>
          <a:xfrm>
            <a:off x="4646712" y="1635547"/>
            <a:ext cx="1974726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Договоры со школами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46712" y="1936179"/>
            <a:ext cx="396567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Помочь заполнять и актуализировать данные на Госуслугах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1614" y="2681734"/>
            <a:ext cx="303758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1614" y="2920826"/>
            <a:ext cx="3965600" cy="1905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3" name="Text 11"/>
          <p:cNvSpPr/>
          <p:nvPr/>
        </p:nvSpPr>
        <p:spPr>
          <a:xfrm>
            <a:off x="531614" y="3034829"/>
            <a:ext cx="16877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Монетизация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1614" y="3335462"/>
            <a:ext cx="3965600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Реклама канцтоваров, репетиторов, образовательных сервисов (ненавязчиво, по контексту)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46712" y="2681734"/>
            <a:ext cx="303758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46712" y="2920826"/>
            <a:ext cx="3965674" cy="1905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7" name="Text 15"/>
          <p:cNvSpPr/>
          <p:nvPr/>
        </p:nvSpPr>
        <p:spPr>
          <a:xfrm>
            <a:off x="4646712" y="3034829"/>
            <a:ext cx="320025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30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Увеличение данных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46712" y="3335462"/>
            <a:ext cx="396567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ru-RU" sz="1150" dirty="0" smtClean="0">
                <a:solidFill>
                  <a:srgbClr val="E0E4E6"/>
                </a:solidFill>
              </a:rPr>
              <a:t>Детальная информация о поступлении учеников. Какие вузы, факультеты, направления</a:t>
            </a:r>
            <a:endParaRPr lang="en-US" sz="1150" dirty="0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435" y="4733868"/>
            <a:ext cx="2553056" cy="409632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234" y="177469"/>
            <a:ext cx="1114565" cy="11272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938" y="382860"/>
            <a:ext cx="4698281" cy="38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Нам важна обратная связь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80938" y="1848669"/>
            <a:ext cx="4349279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Пишите </a:t>
            </a: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всё, что думаете о сайте</a:t>
            </a: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Форма обратной связи — </a:t>
            </a: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прямо на сайте</a:t>
            </a: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(кнопка на главной странице).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0938" y="2374478"/>
            <a:ext cx="4349279" cy="959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Доработки</a:t>
            </a:r>
            <a:endParaRPr lang="en-US" sz="10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Минусы</a:t>
            </a:r>
            <a:endParaRPr lang="en-US" sz="10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Плюсы</a:t>
            </a:r>
            <a:endParaRPr lang="en-US" sz="10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Пожелания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80938" y="3444329"/>
            <a:ext cx="4349279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Помогите сделать проект лучше — ваш фидбек пойдёт в следующие версии.</a:t>
            </a:r>
            <a:endParaRPr lang="en-US" sz="105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4" y="4733868"/>
            <a:ext cx="2553056" cy="40963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720" y="764604"/>
            <a:ext cx="3129280" cy="36015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411</Words>
  <Application>Microsoft Office PowerPoint</Application>
  <PresentationFormat>Экран (16:9)</PresentationFormat>
  <Paragraphs>63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Barlow</vt:lpstr>
      <vt:lpstr>Spline Sans Light</vt:lpstr>
      <vt:lpstr>Times New Roman</vt:lpstr>
      <vt:lpstr>Arial</vt:lpstr>
      <vt:lpstr>Spline Sans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Miroslav</dc:creator>
  <cp:lastModifiedBy>Miroslav</cp:lastModifiedBy>
  <cp:revision>6</cp:revision>
  <dcterms:created xsi:type="dcterms:W3CDTF">2026-06-04T05:11:14Z</dcterms:created>
  <dcterms:modified xsi:type="dcterms:W3CDTF">2026-06-05T09:46:13Z</dcterms:modified>
</cp:coreProperties>
</file>